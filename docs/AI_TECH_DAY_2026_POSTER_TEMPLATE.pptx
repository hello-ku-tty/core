
<file path=[Content_Types].xml><?xml version="1.0" encoding="utf-8"?>
<Types xmlns="http://schemas.openxmlformats.org/package/2006/content-types">
  <Default Extension="jpg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2.jpg" ContentType="image/jpeg"/>
  <Override PartName="/ppt/media/image3.jpg" ContentType="image/jpeg"/>
  <Override PartName="/ppt/media/image4.jpg" ContentType="image/jpeg"/>
  <Override PartName="/ppt/media/image5.jpg" ContentType="image/jpeg"/>
  <Override PartName="/ppt/media/image6.jpg" ContentType="image/jpeg"/>
  <Override PartName="/ppt/media/image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6858000" cy="9906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gDLiWqDOh39eIbdMdTXwPiMnQJ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399" y="904901"/>
            <a:ext cx="6624300" cy="369300"/>
          </a:xfrm>
          <a:prstGeom prst="rect">
            <a:avLst/>
          </a:prstGeom>
          <a:solidFill>
            <a:srgbClr val="87273C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(팀 </a:t>
            </a:r>
            <a:r>
              <a:rPr lang="en-US" sz="18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이름</a:t>
            </a: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497528" y="963427"/>
            <a:ext cx="2137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277966" y="177609"/>
            <a:ext cx="471600" cy="6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152400" y="1437450"/>
            <a:ext cx="6624289" cy="8354250"/>
          </a:xfrm>
          <a:prstGeom prst="rect">
            <a:avLst/>
          </a:prstGeom>
          <a:noFill/>
          <a:ln w="38100" cap="flat" cmpd="sng">
            <a:solidFill>
              <a:srgbClr val="8727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380999" y="2359152"/>
            <a:ext cx="6253586" cy="0"/>
          </a:xfrm>
          <a:prstGeom prst="straightConnector1">
            <a:avLst/>
          </a:prstGeom>
          <a:noFill/>
          <a:ln w="38100" cap="flat" cmpd="sng">
            <a:solidFill>
              <a:srgbClr val="8B012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" name="Google Shape;89;p1"/>
          <p:cNvSpPr txBox="1"/>
          <p:nvPr/>
        </p:nvSpPr>
        <p:spPr>
          <a:xfrm>
            <a:off x="872725" y="76200"/>
            <a:ext cx="4629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sz="1700" b="1" dirty="0">
                <a:solidFill>
                  <a:schemeClr val="dk1"/>
                </a:solidFill>
              </a:rPr>
              <a:t>고려대학교</a:t>
            </a:r>
            <a:r>
              <a:rPr lang="en-US" sz="1700" b="1" dirty="0">
                <a:solidFill>
                  <a:schemeClr val="dk1"/>
                </a:solidFill>
              </a:rPr>
              <a:t> x AWS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</a:rPr>
              <a:t>AI Innovators Challenge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086100" y="1803743"/>
            <a:ext cx="69018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큰제목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452014" y="4767545"/>
            <a:ext cx="6182571" cy="0"/>
          </a:xfrm>
          <a:prstGeom prst="straightConnector1">
            <a:avLst/>
          </a:prstGeom>
          <a:noFill/>
          <a:ln w="9525" cap="flat" cmpd="sng">
            <a:solidFill>
              <a:srgbClr val="8B012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"/>
          <p:cNvSpPr txBox="1"/>
          <p:nvPr/>
        </p:nvSpPr>
        <p:spPr>
          <a:xfrm>
            <a:off x="533399" y="2479458"/>
            <a:ext cx="17007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작은제목</a:t>
            </a:r>
            <a:endParaRPr dirty="0"/>
          </a:p>
        </p:txBody>
      </p:sp>
      <p:cxnSp>
        <p:nvCxnSpPr>
          <p:cNvPr id="93" name="Google Shape;93;p1"/>
          <p:cNvCxnSpPr/>
          <p:nvPr/>
        </p:nvCxnSpPr>
        <p:spPr>
          <a:xfrm>
            <a:off x="476398" y="7196801"/>
            <a:ext cx="6182571" cy="0"/>
          </a:xfrm>
          <a:prstGeom prst="straightConnector1">
            <a:avLst/>
          </a:prstGeom>
          <a:noFill/>
          <a:ln w="9525" cap="flat" cmpd="sng">
            <a:solidFill>
              <a:srgbClr val="8B012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"/>
          <p:cNvSpPr txBox="1"/>
          <p:nvPr/>
        </p:nvSpPr>
        <p:spPr>
          <a:xfrm>
            <a:off x="533399" y="4950243"/>
            <a:ext cx="17007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●작은제목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533399" y="7447911"/>
            <a:ext cx="17007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●작은제목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4497528" y="963427"/>
            <a:ext cx="213705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교수님 성함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152400" y="1437450"/>
            <a:ext cx="6624289" cy="8354250"/>
          </a:xfrm>
          <a:prstGeom prst="rect">
            <a:avLst/>
          </a:prstGeom>
          <a:noFill/>
          <a:ln w="38100" cap="flat" cmpd="sng">
            <a:solidFill>
              <a:srgbClr val="8727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380999" y="2359152"/>
            <a:ext cx="6253586" cy="0"/>
          </a:xfrm>
          <a:prstGeom prst="straightConnector1">
            <a:avLst/>
          </a:prstGeom>
          <a:noFill/>
          <a:ln w="38100" cap="flat" cmpd="sng">
            <a:solidFill>
              <a:srgbClr val="8B012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3" name="Google Shape;103;p2"/>
          <p:cNvSpPr txBox="1"/>
          <p:nvPr/>
        </p:nvSpPr>
        <p:spPr>
          <a:xfrm>
            <a:off x="3084100" y="1803743"/>
            <a:ext cx="68980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큰제목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452014" y="6130001"/>
            <a:ext cx="6182571" cy="0"/>
          </a:xfrm>
          <a:prstGeom prst="straightConnector1">
            <a:avLst/>
          </a:prstGeom>
          <a:noFill/>
          <a:ln w="9525" cap="flat" cmpd="sng">
            <a:solidFill>
              <a:srgbClr val="8B012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2"/>
          <p:cNvSpPr txBox="1"/>
          <p:nvPr/>
        </p:nvSpPr>
        <p:spPr>
          <a:xfrm>
            <a:off x="533399" y="2479458"/>
            <a:ext cx="17007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●작은제목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533399" y="6293219"/>
            <a:ext cx="17007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●작은제목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52399" y="904901"/>
            <a:ext cx="6624300" cy="369300"/>
          </a:xfrm>
          <a:prstGeom prst="rect">
            <a:avLst/>
          </a:prstGeom>
          <a:solidFill>
            <a:srgbClr val="87273C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(팀 이름)</a:t>
            </a:r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6;p1">
            <a:extLst>
              <a:ext uri="{FF2B5EF4-FFF2-40B4-BE49-F238E27FC236}">
                <a16:creationId xmlns:a16="http://schemas.microsoft.com/office/drawing/2014/main" id="{4FA8C41B-4BC7-303A-C6CA-40BB6E7BFF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277966" y="177609"/>
            <a:ext cx="471600" cy="6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9;p1">
            <a:extLst>
              <a:ext uri="{FF2B5EF4-FFF2-40B4-BE49-F238E27FC236}">
                <a16:creationId xmlns:a16="http://schemas.microsoft.com/office/drawing/2014/main" id="{A59CD268-69B9-9215-62E6-6C2BD3B3C98A}"/>
              </a:ext>
            </a:extLst>
          </p:cNvPr>
          <p:cNvSpPr txBox="1"/>
          <p:nvPr/>
        </p:nvSpPr>
        <p:spPr>
          <a:xfrm>
            <a:off x="872725" y="76200"/>
            <a:ext cx="4629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sz="1700" b="1" dirty="0">
                <a:solidFill>
                  <a:schemeClr val="dk1"/>
                </a:solidFill>
              </a:rPr>
              <a:t>고려대학교</a:t>
            </a:r>
            <a:r>
              <a:rPr lang="en-US" sz="1700" b="1" dirty="0">
                <a:solidFill>
                  <a:schemeClr val="dk1"/>
                </a:solidFill>
              </a:rPr>
              <a:t> x AWS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</a:rPr>
              <a:t>AI Innovators Challenge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4497528" y="963427"/>
            <a:ext cx="213705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교수님 성함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52400" y="1437450"/>
            <a:ext cx="6624289" cy="8354250"/>
          </a:xfrm>
          <a:prstGeom prst="rect">
            <a:avLst/>
          </a:prstGeom>
          <a:noFill/>
          <a:ln w="38100" cap="flat" cmpd="sng">
            <a:solidFill>
              <a:srgbClr val="8727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3"/>
          <p:cNvCxnSpPr/>
          <p:nvPr/>
        </p:nvCxnSpPr>
        <p:spPr>
          <a:xfrm>
            <a:off x="380999" y="2359152"/>
            <a:ext cx="6253586" cy="0"/>
          </a:xfrm>
          <a:prstGeom prst="straightConnector1">
            <a:avLst/>
          </a:prstGeom>
          <a:noFill/>
          <a:ln w="38100" cap="flat" cmpd="sng">
            <a:solidFill>
              <a:srgbClr val="8B012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3"/>
          <p:cNvSpPr txBox="1"/>
          <p:nvPr/>
        </p:nvSpPr>
        <p:spPr>
          <a:xfrm>
            <a:off x="3084100" y="1803743"/>
            <a:ext cx="68980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(큰제목)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3"/>
          <p:cNvCxnSpPr/>
          <p:nvPr/>
        </p:nvCxnSpPr>
        <p:spPr>
          <a:xfrm>
            <a:off x="3464543" y="2610263"/>
            <a:ext cx="0" cy="6445063"/>
          </a:xfrm>
          <a:prstGeom prst="straightConnector1">
            <a:avLst/>
          </a:prstGeom>
          <a:noFill/>
          <a:ln w="9525" cap="flat" cmpd="sng">
            <a:solidFill>
              <a:srgbClr val="8B012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" name="Google Shape;119;p3"/>
          <p:cNvSpPr txBox="1"/>
          <p:nvPr/>
        </p:nvSpPr>
        <p:spPr>
          <a:xfrm>
            <a:off x="533399" y="2479458"/>
            <a:ext cx="17007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●작은제목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3865272" y="2556199"/>
            <a:ext cx="17007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●작은제목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52399" y="904901"/>
            <a:ext cx="6624300" cy="369300"/>
          </a:xfrm>
          <a:prstGeom prst="rect">
            <a:avLst/>
          </a:prstGeom>
          <a:solidFill>
            <a:srgbClr val="87273C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(팀 이름)</a:t>
            </a:r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86;p1">
            <a:extLst>
              <a:ext uri="{FF2B5EF4-FFF2-40B4-BE49-F238E27FC236}">
                <a16:creationId xmlns:a16="http://schemas.microsoft.com/office/drawing/2014/main" id="{8458C6DE-A826-2B04-33D2-EC13B44933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277966" y="177609"/>
            <a:ext cx="471600" cy="6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9;p1">
            <a:extLst>
              <a:ext uri="{FF2B5EF4-FFF2-40B4-BE49-F238E27FC236}">
                <a16:creationId xmlns:a16="http://schemas.microsoft.com/office/drawing/2014/main" id="{91CF32C7-E6C1-AE00-7216-F80A9751A6E1}"/>
              </a:ext>
            </a:extLst>
          </p:cNvPr>
          <p:cNvSpPr txBox="1"/>
          <p:nvPr/>
        </p:nvSpPr>
        <p:spPr>
          <a:xfrm>
            <a:off x="872725" y="76200"/>
            <a:ext cx="4629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sz="1700" b="1" dirty="0">
                <a:solidFill>
                  <a:schemeClr val="dk1"/>
                </a:solidFill>
              </a:rPr>
              <a:t>고려대학교</a:t>
            </a:r>
            <a:r>
              <a:rPr lang="en-US" sz="1700" b="1" dirty="0">
                <a:solidFill>
                  <a:schemeClr val="dk1"/>
                </a:solidFill>
              </a:rPr>
              <a:t> x AWS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</a:rPr>
              <a:t>AI Innovators Challenge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/>
        </p:nvSpPr>
        <p:spPr>
          <a:xfrm>
            <a:off x="4497528" y="963427"/>
            <a:ext cx="213705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교수님 성함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52400" y="1437450"/>
            <a:ext cx="6624289" cy="8354250"/>
          </a:xfrm>
          <a:prstGeom prst="rect">
            <a:avLst/>
          </a:prstGeom>
          <a:noFill/>
          <a:ln w="38100" cap="flat" cmpd="sng">
            <a:solidFill>
              <a:srgbClr val="8727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>
            <a:off x="380999" y="2359152"/>
            <a:ext cx="6253586" cy="0"/>
          </a:xfrm>
          <a:prstGeom prst="straightConnector1">
            <a:avLst/>
          </a:prstGeom>
          <a:noFill/>
          <a:ln w="38100" cap="flat" cmpd="sng">
            <a:solidFill>
              <a:srgbClr val="8B012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1" name="Google Shape;131;p4"/>
          <p:cNvSpPr txBox="1"/>
          <p:nvPr/>
        </p:nvSpPr>
        <p:spPr>
          <a:xfrm>
            <a:off x="3081719" y="1803743"/>
            <a:ext cx="69456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(큰제목)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4"/>
          <p:cNvCxnSpPr/>
          <p:nvPr/>
        </p:nvCxnSpPr>
        <p:spPr>
          <a:xfrm>
            <a:off x="3464543" y="2610263"/>
            <a:ext cx="0" cy="3863689"/>
          </a:xfrm>
          <a:prstGeom prst="straightConnector1">
            <a:avLst/>
          </a:prstGeom>
          <a:noFill/>
          <a:ln w="19050" cap="flat" cmpd="sng">
            <a:solidFill>
              <a:srgbClr val="8B012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4"/>
          <p:cNvSpPr txBox="1"/>
          <p:nvPr/>
        </p:nvSpPr>
        <p:spPr>
          <a:xfrm>
            <a:off x="533399" y="2479458"/>
            <a:ext cx="17007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●작은제목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3865272" y="2556199"/>
            <a:ext cx="17007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●작은제목</a:t>
            </a:r>
            <a:endParaRPr/>
          </a:p>
        </p:txBody>
      </p:sp>
      <p:cxnSp>
        <p:nvCxnSpPr>
          <p:cNvPr id="135" name="Google Shape;135;p4"/>
          <p:cNvCxnSpPr/>
          <p:nvPr/>
        </p:nvCxnSpPr>
        <p:spPr>
          <a:xfrm>
            <a:off x="615695" y="6949440"/>
            <a:ext cx="5931409" cy="0"/>
          </a:xfrm>
          <a:prstGeom prst="straightConnector1">
            <a:avLst/>
          </a:prstGeom>
          <a:noFill/>
          <a:ln w="28575" cap="flat" cmpd="sng">
            <a:solidFill>
              <a:srgbClr val="8B012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6" name="Google Shape;136;p4"/>
          <p:cNvSpPr txBox="1"/>
          <p:nvPr/>
        </p:nvSpPr>
        <p:spPr>
          <a:xfrm>
            <a:off x="615695" y="6567525"/>
            <a:ext cx="17007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●작은제목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52399" y="904901"/>
            <a:ext cx="6624300" cy="369300"/>
          </a:xfrm>
          <a:prstGeom prst="rect">
            <a:avLst/>
          </a:prstGeom>
          <a:solidFill>
            <a:srgbClr val="87273C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(팀 이름)</a:t>
            </a:r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86;p1">
            <a:extLst>
              <a:ext uri="{FF2B5EF4-FFF2-40B4-BE49-F238E27FC236}">
                <a16:creationId xmlns:a16="http://schemas.microsoft.com/office/drawing/2014/main" id="{34C2D04D-CBDE-90E9-97D4-BE57956F95E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277966" y="177609"/>
            <a:ext cx="471600" cy="6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9;p1">
            <a:extLst>
              <a:ext uri="{FF2B5EF4-FFF2-40B4-BE49-F238E27FC236}">
                <a16:creationId xmlns:a16="http://schemas.microsoft.com/office/drawing/2014/main" id="{02B9987A-9D9E-F095-0095-5EF889D358EF}"/>
              </a:ext>
            </a:extLst>
          </p:cNvPr>
          <p:cNvSpPr txBox="1"/>
          <p:nvPr/>
        </p:nvSpPr>
        <p:spPr>
          <a:xfrm>
            <a:off x="872725" y="76200"/>
            <a:ext cx="4629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sz="1700" b="1" dirty="0">
                <a:solidFill>
                  <a:schemeClr val="dk1"/>
                </a:solidFill>
              </a:rPr>
              <a:t>고려대학교</a:t>
            </a:r>
            <a:r>
              <a:rPr lang="en-US" sz="1700" b="1" dirty="0">
                <a:solidFill>
                  <a:schemeClr val="dk1"/>
                </a:solidFill>
              </a:rPr>
              <a:t> x AWS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</a:rPr>
              <a:t>AI Innovators Challenge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/>
        </p:nvSpPr>
        <p:spPr>
          <a:xfrm>
            <a:off x="4497528" y="963427"/>
            <a:ext cx="213705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교수님 성함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52400" y="1437450"/>
            <a:ext cx="6624289" cy="8354250"/>
          </a:xfrm>
          <a:prstGeom prst="rect">
            <a:avLst/>
          </a:prstGeom>
          <a:noFill/>
          <a:ln w="38100" cap="flat" cmpd="sng">
            <a:solidFill>
              <a:srgbClr val="8727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3084100" y="1803743"/>
            <a:ext cx="68980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큰제목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533399" y="2479458"/>
            <a:ext cx="170078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●작은제목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152399" y="904901"/>
            <a:ext cx="6624300" cy="369300"/>
          </a:xfrm>
          <a:prstGeom prst="rect">
            <a:avLst/>
          </a:prstGeom>
          <a:solidFill>
            <a:srgbClr val="87273C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(팀 이름)</a:t>
            </a:r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86;p1">
            <a:extLst>
              <a:ext uri="{FF2B5EF4-FFF2-40B4-BE49-F238E27FC236}">
                <a16:creationId xmlns:a16="http://schemas.microsoft.com/office/drawing/2014/main" id="{5833BEA6-A663-F2F4-52F7-9284AB3B67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277966" y="177609"/>
            <a:ext cx="471600" cy="6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9;p1">
            <a:extLst>
              <a:ext uri="{FF2B5EF4-FFF2-40B4-BE49-F238E27FC236}">
                <a16:creationId xmlns:a16="http://schemas.microsoft.com/office/drawing/2014/main" id="{B764B182-1B2F-10F0-B4D9-6ADAC131BD11}"/>
              </a:ext>
            </a:extLst>
          </p:cNvPr>
          <p:cNvSpPr txBox="1"/>
          <p:nvPr/>
        </p:nvSpPr>
        <p:spPr>
          <a:xfrm>
            <a:off x="872725" y="76200"/>
            <a:ext cx="4629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altLang="en-US" sz="1700" b="1" dirty="0">
                <a:solidFill>
                  <a:schemeClr val="dk1"/>
                </a:solidFill>
              </a:rPr>
              <a:t>고려대학교</a:t>
            </a:r>
            <a:r>
              <a:rPr lang="en-US" sz="1700" b="1" dirty="0">
                <a:solidFill>
                  <a:schemeClr val="dk1"/>
                </a:solidFill>
              </a:rPr>
              <a:t> x AWS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</a:rPr>
              <a:t>AI Innovators Challenge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/>
        </p:nvSpPr>
        <p:spPr>
          <a:xfrm>
            <a:off x="239513" y="668935"/>
            <a:ext cx="63789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참고 (양식별 샘플 JPG, 연구실 별 상황에 맞는 포맷으로 정리)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63463"/>
            <a:ext cx="2331291" cy="3108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1291" y="1463463"/>
            <a:ext cx="2331576" cy="3108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40155" y="1463463"/>
            <a:ext cx="2331292" cy="3108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5422391"/>
            <a:ext cx="2331291" cy="3108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97241" y="5422391"/>
            <a:ext cx="2265109" cy="302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94591" y="5422391"/>
            <a:ext cx="2265002" cy="3020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108</Words>
  <Application>Microsoft Office PowerPoint</Application>
  <PresentationFormat>A4 용지(210x297mm)</PresentationFormat>
  <Paragraphs>36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김승욱[ 교수 / 차세대가상증강현실연구소 ]</dc:creator>
  <cp:lastModifiedBy>심은현[ 직원 / 초지능연구센터 ]</cp:lastModifiedBy>
  <cp:revision>4</cp:revision>
  <dcterms:created xsi:type="dcterms:W3CDTF">2023-04-09T11:38:00Z</dcterms:created>
  <dcterms:modified xsi:type="dcterms:W3CDTF">2026-07-30T07:20:38Z</dcterms:modified>
</cp:coreProperties>
</file>